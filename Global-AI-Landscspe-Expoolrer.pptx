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70348"/>
            <a:ext cx="897940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1945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 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Pulse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Features &amp; Market Insights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AI Ecosystem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Student Name  |  Subject: Data Analytics  |  Academic Year: 2025-26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Advanced Power BI Dashboard | College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Overview, Objectives &amp; Dataset Summary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496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Star Schema, Relationships &amp;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Overview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Report Pages &amp; Their Purpose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280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80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353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 Calculations &amp; Business Metrics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23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23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23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496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8-Phase Development Plan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66160"/>
            <a:ext cx="5943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6616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Findings, Learnings &amp; Final Summary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About This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Pulse is a comprehensive Power BI dashboard project built on a master dataset of 2,100+ AI tools, 2,000+ vendors, use cases, and features. The project transforms raw structured data into actionable business intelligence — enabling users to benchmark AI tools, analyze vendor landscapes, explore industry adoption, and identify the best AI solutions by cost and performance.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2,100+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606040"/>
            <a:ext cx="1920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2,050+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Vendors Worldwide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19202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 Cases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606040"/>
            <a:ext cx="1920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2,050+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Features Mapped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Benchmark AI tools by accuracy, latency, cost &amp; monthly active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Analyze vendor landscape across countries, funding stages &amp; specializations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Explore industry use cases, AI techniques, and ROI by deployment 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Identify most adopted features and cost-efficient AI tool combinations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|  DATA MODEL &amp;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Star Schema — Fact &amp; Dimension Tables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383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3383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DIM_AI_TOOLS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tool_id, tool_name, category, sub_category, release_year, is_open_source, vendor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0" y="1600200"/>
            <a:ext cx="3383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1600200"/>
            <a:ext cx="3383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DIM_VENDORS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842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vendor_id, vendor_name, country, founding_year, company_size, funding_stage, specialization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3383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91840"/>
            <a:ext cx="3383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DIM_USE_CASES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67588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use_case_id, use_case_name, industry, ai_technique, complexity_level, deployment_type, avg_roi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94960" y="3291840"/>
            <a:ext cx="3383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3291840"/>
            <a:ext cx="3383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67588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feature_id, feature_name, feature_type, supported_language, api_available, pricing_model, maturity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965960"/>
            <a:ext cx="27432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FACT 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3317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FACT_AI_TOOL_METRICS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tool_id, vendor_id, use_case_id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MAU, accuracy, latency, cost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FACT_TOOL_FEATURE_MAP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tool_id, feature_id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adoption_rate, user_rating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All Dimension tables connect to Fact tables via Primary → Foreign Key relationships forming a clean Star Schema.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|  DASHBOARD PAGES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029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90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KPI cards, global vendor map, high-level 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029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AI Tool 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490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Accuracy, latency, benchmark, cost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29384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29384"/>
            <a:ext cx="5029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2938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Vendor Landscape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Country map, funding stages, specializations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929384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929384"/>
            <a:ext cx="502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92938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Use Case &amp; Industry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ROI by industry, AI techniques, deployment types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715768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15768"/>
            <a:ext cx="502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7157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Feature Adoption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ratings, adoption rate, pricing model split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715768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715768"/>
            <a:ext cx="502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7157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Cost &amp; Efficiency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Cost vs Accuracy scatter – best value quadrant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502152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502152"/>
            <a:ext cx="50292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021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Benchmark Comparison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Side-by-side tool comparison with What-If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502152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502152"/>
            <a:ext cx="50292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5021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Trend &amp; Time Analysis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Tools released over years, adoption trends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288536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288536"/>
            <a:ext cx="5029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2885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Drill-Through Detail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" y="4636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Hidden page – full tool/vendor deep-dive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288536"/>
            <a:ext cx="42062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288536"/>
            <a:ext cx="5029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2885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0352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Navigation &amp; Filters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4636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Bookmark-powered app-like navigation page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 |  DAX MEASURES &amp; KPIs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216152"/>
            <a:ext cx="8229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216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Volume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Total Monthly Active 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45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SUM(FACT_AI_TOOL_METRICS[monthly_active_users])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731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216152"/>
            <a:ext cx="8229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216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197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Avg Accuracy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545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AVERAGE(FACT_AI_TOOL_METRICS[accuracy_score])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039112"/>
            <a:ext cx="73152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112264"/>
            <a:ext cx="8229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112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093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Avg Latency (ms)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441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AVERAGE(FACT_AI_TOOL_METRICS[latency_ms])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03911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039112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112264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112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2093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Cost Efficiency Index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441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DIVIDE([Avg Accuracy Score], [Avg Cost per 1K Tokens])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93522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35224"/>
            <a:ext cx="73152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008376"/>
            <a:ext cx="8229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008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Market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9900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Vendor Market Share 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337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DIVIDE([Tool Count by Vendor], [Total Tools], 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93522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35224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3008376"/>
            <a:ext cx="8229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3008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2040" y="29900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Top ROI Industry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337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TOPN(1, VALUES(DIM_USE_CASES[industry]), [Avg ROI])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83133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831336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6160" y="3904488"/>
            <a:ext cx="8229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904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Trend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YoY Tool Growth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233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Tools], SAMEPERIODLASTYEAR(Date[Date]))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383133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831336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1000" y="3904488"/>
            <a:ext cx="82296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01000" y="3904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Feature Adoption Rate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4233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AVERAGE(FACT_TOOL_FEATURE_MAP[adoption_rate_pct])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PROJECT ROADMAP  (8 Phases • 8 Weeks)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80467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8229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Planning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2057400"/>
            <a:ext cx="3657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27432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3383280"/>
            <a:ext cx="82296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 Prep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92808" y="3017520"/>
            <a:ext cx="36576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1-2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743200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1234440"/>
            <a:ext cx="82296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5176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Power Query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44368" y="2057400"/>
            <a:ext cx="36576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2-3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86200" y="2743200"/>
            <a:ext cx="274320" cy="2743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3383280"/>
            <a:ext cx="822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 Model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95928" y="3017520"/>
            <a:ext cx="3657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74320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234440"/>
            <a:ext cx="8229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5488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DAX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47488" y="2057400"/>
            <a:ext cx="3657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0" y="2743200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3383280"/>
            <a:ext cx="82296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0644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8064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99048" y="3017520"/>
            <a:ext cx="36576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4-5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40880" y="27432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1234440"/>
            <a:ext cx="82296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0" y="1234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58000" y="1645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Advanced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50608" y="2057400"/>
            <a:ext cx="36576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5-6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92440" y="2743200"/>
            <a:ext cx="274320" cy="2743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3383280"/>
            <a:ext cx="822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909560" y="3383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90956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Publish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202168" y="3017520"/>
            <a:ext cx="36576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Wk 7-8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Total Duration: 7–8 Weeks  |  Methodology: Agile Iterative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 | 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Cloud Dominates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Cloud-based deployment is the most common type, followed by SaaS and Hybrid models.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 High ROI Sectors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Healthcare &amp; Finance industries report the highest average ROI from AI tool adoption.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43000"/>
            <a:ext cx="27432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⚖️  Cost vs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High benchmark scores don't guarantee low cost — smart selection requires balancing both.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Vendor Leaders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USA, UK &amp; Israel lead in vendor count, funding diversity, and AI specialization breadth.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Feature Adoption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291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Analytics &amp; Performance features have the highest adoption rates across all tool categories.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8346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Growing Ecosystem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AI tool releases have grown significantly post-2020, reflecting rapid market expansion.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B3A6B">
              <a:alpha val="35000"/>
            </a:srgbClr>
          </a:solidFill>
          <a:ln w="12700">
            <a:solidFill>
              <a:srgbClr val="1B3A6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200400" cy="32004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delivers a 360° view of the global AI tools ecosystem across 2,100+ tools, vendors, use cases, and features. The analysis reveals that Cloud-based deployments dominate the market, while Healthcare and Finance show the highest ROI. High benchmark scores do not always mean low cost — smart selection demands balancing both. Vendors from the USA, UK, and Israel lead in specialization and funding diversity. This dashboard empowers data-driven decision-making for choosing the right AI tool for the right use case.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260604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 Data-Driven AI Selection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60604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 Industry ROI Optimization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260604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474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 Vendor &amp; Cost Intelligence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Tool Pulse  |  Power BI Advanced Project  |  College Submission 2025-26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 Pulse - Power BI Project</dc:title>
  <dc:subject>PptxGenJS Presentation</dc:subject>
  <dc:creator>College Submission</dc:creator>
  <cp:lastModifiedBy>College Submission</cp:lastModifiedBy>
  <cp:revision>1</cp:revision>
  <dcterms:created xsi:type="dcterms:W3CDTF">2026-03-01T06:46:37Z</dcterms:created>
  <dcterms:modified xsi:type="dcterms:W3CDTF">2026-03-01T06:46:37Z</dcterms:modified>
</cp:coreProperties>
</file>